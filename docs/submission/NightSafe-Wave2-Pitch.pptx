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aff2224daa4f59" /><Relationship Type="http://schemas.openxmlformats.org/officeDocument/2006/relationships/extended-properties" Target="/docProps/app.xml" Id="R3dea641f78a94e11" /><Relationship Type="http://schemas.openxmlformats.org/officeDocument/2006/relationships/officeDocument" Target="/ppt/presentation.xml" Id="Rbe02c4e4290e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3f006dfcf4196"/>
  </p:sldMasterIdLst>
  <p:notesMasterIdLst>
    <p:notesMasterId xmlns:r="http://schemas.openxmlformats.org/officeDocument/2006/relationships" r:id="R82eb7fd55b8145b6"/>
  </p:notesMasterIdLst>
  <p:sldIdLst>
    <p:sldId xmlns:r="http://schemas.openxmlformats.org/officeDocument/2006/relationships" id="256" r:id="R23a3621e3ad04137"/>
    <p:sldId xmlns:r="http://schemas.openxmlformats.org/officeDocument/2006/relationships" id="257" r:id="Reb3725cad5e44e73"/>
    <p:sldId xmlns:r="http://schemas.openxmlformats.org/officeDocument/2006/relationships" id="258" r:id="Rbd8d6c6545d541a9"/>
    <p:sldId xmlns:r="http://schemas.openxmlformats.org/officeDocument/2006/relationships" id="259" r:id="R7c81225252994d1f"/>
    <p:sldId xmlns:r="http://schemas.openxmlformats.org/officeDocument/2006/relationships" id="260" r:id="R5f73ed43d4fd41fe"/>
    <p:sldId xmlns:r="http://schemas.openxmlformats.org/officeDocument/2006/relationships" id="261" r:id="Rca2a8b99423e4c09"/>
    <p:sldId xmlns:r="http://schemas.openxmlformats.org/officeDocument/2006/relationships" id="262" r:id="Rd12d07988d8541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af7a0de605423b" /><Relationship Type="http://schemas.openxmlformats.org/officeDocument/2006/relationships/slideMaster" Target="/ppt/slideMasters/slideMaster1.xml" Id="Rdb73f006dfcf4196" /><Relationship Type="http://schemas.openxmlformats.org/officeDocument/2006/relationships/notesMaster" Target="/ppt/notesMasters/notesMaster1.xml" Id="R82eb7fd55b8145b6" /><Relationship Type="http://schemas.openxmlformats.org/officeDocument/2006/relationships/presProps" Target="/ppt/presProps.xml" Id="R1c874d8ff84840fb" /><Relationship Type="http://schemas.openxmlformats.org/officeDocument/2006/relationships/tableStyles" Target="/ppt/tableStyles.xml" Id="R807c0df573ad4bab" /><Relationship Type="http://schemas.openxmlformats.org/officeDocument/2006/relationships/slide" Target="/ppt/slides/slide1.xml" Id="R23a3621e3ad04137" /><Relationship Type="http://schemas.openxmlformats.org/officeDocument/2006/relationships/slide" Target="/ppt/slides/slide2.xml" Id="Reb3725cad5e44e73" /><Relationship Type="http://schemas.openxmlformats.org/officeDocument/2006/relationships/slide" Target="/ppt/slides/slide3.xml" Id="Rbd8d6c6545d541a9" /><Relationship Type="http://schemas.openxmlformats.org/officeDocument/2006/relationships/slide" Target="/ppt/slides/slide4.xml" Id="R7c81225252994d1f" /><Relationship Type="http://schemas.openxmlformats.org/officeDocument/2006/relationships/slide" Target="/ppt/slides/slide5.xml" Id="R5f73ed43d4fd41fe" /><Relationship Type="http://schemas.openxmlformats.org/officeDocument/2006/relationships/slide" Target="/ppt/slides/slide6.xml" Id="Rca2a8b99423e4c09" /><Relationship Type="http://schemas.openxmlformats.org/officeDocument/2006/relationships/slide" Target="/ppt/slides/slide7.xml" Id="Rd12d07988d8541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f8ee114e9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215297fbfe4805" /><Relationship Type="http://schemas.openxmlformats.org/officeDocument/2006/relationships/notesMaster" Target="/ppt/notesMasters/notesMaster1.xml" Id="R9f118802cbdd4c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56e9ed65694458" /><Relationship Type="http://schemas.openxmlformats.org/officeDocument/2006/relationships/notesMaster" Target="/ppt/notesMasters/notesMaster1.xml" Id="Re402f1e336464b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9bac2f99844aef" /><Relationship Type="http://schemas.openxmlformats.org/officeDocument/2006/relationships/notesMaster" Target="/ppt/notesMasters/notesMaster1.xml" Id="R0573adf8c0a949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e79f6cd6b745f2" /><Relationship Type="http://schemas.openxmlformats.org/officeDocument/2006/relationships/notesMaster" Target="/ppt/notesMasters/notesMaster1.xml" Id="R616a4093361c4e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2d91c4fe5b49ab" /><Relationship Type="http://schemas.openxmlformats.org/officeDocument/2006/relationships/notesMaster" Target="/ppt/notesMasters/notesMaster1.xml" Id="R1590442083ba4c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e4d57901d14522" /><Relationship Type="http://schemas.openxmlformats.org/officeDocument/2006/relationships/notesMaster" Target="/ppt/notesMasters/notesMaster1.xml" Id="R6c3d3991eba645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ba9684ace240b2" /><Relationship Type="http://schemas.openxmlformats.org/officeDocument/2006/relationships/notesMaster" Target="/ppt/notesMasters/notesMaster1.xml" Id="R05e540716bc94c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 implemented October 19, 2026. Existing August prototype is the baseline. Source: contracts/nightsafe.compact and docs/submission/SUBMISSION.md. Deployment/network status must be verified in 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PROPOSAL.md and docs/submission/SUBMISSION.md. No validated customer or revenue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contracts/nightsafe.compact. Signer secrets are separate from wallet seeds. Distinct keys do not prove distinct humans. Approvals and registered public keys are public.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contracts/nightsafe.compact. Uses receiveUnshielded, unshieldedBalance and sendUnshielded. Local tests inspect exact recipient and amount effects. Live network settlement evidence is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contracts/nightsafe.compact, src/witnesses.ts, src/lib/treasury.ts. Do not claim hidden payment amounts or anonymous signers. Policy blinding nonce must remain secret.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git baseline e232902; tests/nightsafe.test.ts and tests/treasury.test.ts; src/App.tsx. TypeScript check and build passed. No Wave 1 entry. AKINDO live page showed a deadline of October 19 16:00 and active Wave 2 countdown on October 19: https://app.akindo.io/wave-hacks/jaMZjqPOBsLXvjdG. The static schedule differs.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Exactly three signers and a fixed policy in V2. No recovery, cancellation or rotation yet. No adoption or revenue claims. Repository: https://github.com/Hexdee/nightsafe. Frontend: https://nightsafe.vercel.app. Verify V2 deployment status in docs/submission/VALIDATION.md.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dc0a5c2e248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ac16742b44e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059c0c6cd44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7977985c543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dee763ce642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6f971950044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ABC846-B034-44F1-9B4C-3427CDB6E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7A2679-CD13-4BDC-8BB8-07CFA81C09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20B9B6-8DB9-4E6C-A40A-7A916E48AC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5A96C1-5711-4BD4-A27F-37EECEDF20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CC0924-508F-48BF-892D-0FC56657A1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0B2DD6-CC88-4850-BD20-ED7A07949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932F9-95C6-4448-9B88-3BA4F4D7FB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F9977C-2E61-45B1-BF59-60DFFBD576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B8B514-4615-42C8-9E08-7EE061D457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CA343D-6C22-4EE0-89E8-8BD762D797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6de15fe5c4a6f" /><Relationship Type="http://schemas.openxmlformats.org/officeDocument/2006/relationships/slideLayout" Target="/ppt/slideLayouts/slideLayout1.xml" Id="Ra753778886614c56" /><Relationship Type="http://schemas.openxmlformats.org/officeDocument/2006/relationships/slideLayout" Target="/ppt/slideLayouts/slideLayout2.xml" Id="R15e4aa419e3646fc" /><Relationship Type="http://schemas.openxmlformats.org/officeDocument/2006/relationships/slideLayout" Target="/ppt/slideLayouts/slideLayout3.xml" Id="R38ba5dcde86340fe" /><Relationship Type="http://schemas.openxmlformats.org/officeDocument/2006/relationships/slideLayout" Target="/ppt/slideLayouts/slideLayout4.xml" Id="Rd82c59db516a4d02" /><Relationship Type="http://schemas.openxmlformats.org/officeDocument/2006/relationships/slideLayout" Target="/ppt/slideLayouts/slideLayout5.xml" Id="Rffb08e1ff2ca4712" /><Relationship Type="http://schemas.openxmlformats.org/officeDocument/2006/relationships/slideLayout" Target="/ppt/slideLayouts/slideLayout6.xml" Id="R4509b278612343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53778886614c56"/>
    <p:sldLayoutId xmlns:r="http://schemas.openxmlformats.org/officeDocument/2006/relationships" id="2147483650" r:id="R15e4aa419e3646fc"/>
    <p:sldLayoutId xmlns:r="http://schemas.openxmlformats.org/officeDocument/2006/relationships" id="2147483651" r:id="R38ba5dcde86340fe"/>
    <p:sldLayoutId xmlns:r="http://schemas.openxmlformats.org/officeDocument/2006/relationships" id="2147483652" r:id="Rd82c59db516a4d02"/>
    <p:sldLayoutId xmlns:r="http://schemas.openxmlformats.org/officeDocument/2006/relationships" id="2147483653" r:id="Rffb08e1ff2ca4712"/>
    <p:sldLayoutId xmlns:r="http://schemas.openxmlformats.org/officeDocument/2006/relationships" id="2147483654" r:id="R4509b278612343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c1563b7b4495b" /><Relationship Type="http://schemas.openxmlformats.org/officeDocument/2006/relationships/image" Target="/ppt/media/image.png" Id="R11915d189c3f4592" /><Relationship Type="http://schemas.openxmlformats.org/officeDocument/2006/relationships/notesSlide" Target="/ppt/notesSlides/notesSlide1.xml" Id="R47e9b001dbfb46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027285a3e34b2b" /><Relationship Type="http://schemas.openxmlformats.org/officeDocument/2006/relationships/notesSlide" Target="/ppt/notesSlides/notesSlide2.xml" Id="R2ac857e1733e4d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b2efdde404a06" /><Relationship Type="http://schemas.openxmlformats.org/officeDocument/2006/relationships/notesSlide" Target="/ppt/notesSlides/notesSlide3.xml" Id="Rf0cf88a575d748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a5e091f4447fe" /><Relationship Type="http://schemas.openxmlformats.org/officeDocument/2006/relationships/notesSlide" Target="/ppt/notesSlides/notesSlide4.xml" Id="R347514d5879a44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a02f340fb4520" /><Relationship Type="http://schemas.openxmlformats.org/officeDocument/2006/relationships/notesSlide" Target="/ppt/notesSlides/notesSlide5.xml" Id="Re9c9dc605c094c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116cba628402f" /><Relationship Type="http://schemas.openxmlformats.org/officeDocument/2006/relationships/notesSlide" Target="/ppt/notesSlides/notesSlide6.xml" Id="R650de8f1e28142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0f46563d547bb" /><Relationship Type="http://schemas.openxmlformats.org/officeDocument/2006/relationships/notesSlide" Target="/ppt/notesSlides/notesSlide7.xml" Id="R01c555d1a91644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962E8-C039-405F-9E79-BBCB5DC7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NightSafe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5FFAA-BB6E-4714-8E97-76C6965D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Confidential treasury authorization</a:t>
            </a:r>
          </a:p>
          <a:p xmlns:a="http://schemas.openxmlformats.org/drawingml/2006/main">
            <a:pPr>
              <a:defRPr sz="292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on Midnight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7933B-D384-43B1-99AC-4448533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Midnight Buildathon · Wave 2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E736B-735C-49BB-B02A-1DF4A1238D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15d189c3f4592"/>
          <a:stretch xmlns:a="http://schemas.openxmlformats.org/drawingml/2006/main"/>
        </p:blipFill>
        <p:spPr>
          <a:xfrm xmlns:a="http://schemas.openxmlformats.org/drawingml/2006/main">
            <a:off x="9144000" y="2095500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2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0F31F-D23C-4219-94E4-C0DAD2DB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Team payment approvals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1D0C2-D838-4B94-A819-A9AEC963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Teams need assurance that the agreed people approved the exact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BBA4B-3828-4221-806D-BBF71B93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NightSafe binds a fixed treasury policy to separate approvals from registered signer keys.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B65A0-EF63-4D1C-A2D9-B4FC5C96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Initial users: small teams with recurring shared-budget decisions. Demand remains a hypothesis.</a:t>
            </a:r>
          </a:p>
        </p:txBody>
      </p:sp>
    </p:spTree>
    <p:extLst>
      <p:ext uri="{BB962C8B-B14F-4D97-AF65-F5344CB8AC3E}">
        <p14:creationId xmlns:p14="http://schemas.microsoft.com/office/powerpoint/2010/main" val="155187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41051-EF8D-450A-BBB8-9E86F5BD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Authenticated quorum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FE094-D5BC-4A58-A5BB-5493D967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Three distinct signer public keys register at deployment. The threshold stays behind a fixed commitment.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D9359-50A6-458A-8DAB-0349B254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Each approval proves control of a registered secret and attaches to one immutable proposal.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1DB70-D99E-41B4-80A0-1B361795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The contract rejects unauthorized keys, duplicate approvals and altered policy openings.</a:t>
            </a:r>
          </a:p>
        </p:txBody>
      </p:sp>
    </p:spTree>
    <p:extLst>
      <p:ext uri="{BB962C8B-B14F-4D97-AF65-F5344CB8AC3E}">
        <p14:creationId xmlns:p14="http://schemas.microsoft.com/office/powerpoint/2010/main" val="777253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729C2-2168-419A-A51F-3D3F1D11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One payment, one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EBEB0-8532-4E1B-8FB7-08280200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Deposits place unshielded test tokens into contract custody.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008D2-FCC8-461D-97A5-A7DD0DF6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Quorum permits the exact stored recipient, token and amount to execute once.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B9F0F-7254-48DF-B24A-4A0C9CE4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Consumed proposal IDs prevent another execution. Insufficient custody rejects the payout.</a:t>
            </a:r>
          </a:p>
        </p:txBody>
      </p:sp>
    </p:spTree>
    <p:extLst>
      <p:ext uri="{BB962C8B-B14F-4D97-AF65-F5344CB8AC3E}">
        <p14:creationId xmlns:p14="http://schemas.microsoft.com/office/powerpoint/2010/main" val="1115893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B7372-6FC0-44E3-94A2-50B682A5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The privacy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823FA-744E-43FE-8D56-FFDCA14D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Private witnesses hold signer secrets and the threshold opening.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3F963-5847-4FE0-8344-1B592DBA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Registered keys, participation and payment details remain public. Counts reveal policy bounds.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1629F-A6A4-4D97-BB42-C9C7DD80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Notes use a hash with fresh random salt. The form does not store or encrypt the note.</a:t>
            </a:r>
          </a:p>
        </p:txBody>
      </p:sp>
    </p:spTree>
    <p:extLst>
      <p:ext uri="{BB962C8B-B14F-4D97-AF65-F5344CB8AC3E}">
        <p14:creationId xmlns:p14="http://schemas.microsoft.com/office/powerpoint/2010/main" val="1234409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FF9B9-899C-4ADA-8002-86070AC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Wave 2 progress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91010-0476-4C6C-9C43-A653BA70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August baseline: a self-reported count check. October 19: registered-key approvals and custody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FD217-4B59-4F8D-B3AD-12D380A7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Four circuits compile with full proving assets. Twenty-two local tests cover behavior and attacks.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E13CD-2D9D-4638-ABC3-02098E7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The browser separates propose, approve, deposit and execute. Live deployment evidence is tracked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7087610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ECF87-D70E-45EC-B440-1FA836A7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Next product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2A38A-BC2F-4247-B526-33DF620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E9B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4E9B3"/>
                </a:solidFill>
                <a:latin typeface="Arial"/>
                <a:ea typeface="Arial"/>
                <a:cs typeface="Arial"/>
              </a:rPr>
              <a:t>Add quorum-controlled key rotation and recovery, with an independent security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856E7-B2CB-4185-9154-677A9433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Run supervised trials with small teams and measure approval completion and setup friction.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47ED0-EB02-4E87-AF34-EF3BB80D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42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CC5D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CC5D3"/>
                </a:solidFill>
                <a:latin typeface="Arial"/>
                <a:ea typeface="Arial"/>
                <a:cs typeface="Arial"/>
              </a:rPr>
              <a:t>Paid administration or support is a business hypothesis. Current release is for test assets.</a:t>
            </a:r>
          </a:p>
        </p:txBody>
      </p:sp>
    </p:spTree>
    <p:extLst>
      <p:ext uri="{BB962C8B-B14F-4D97-AF65-F5344CB8AC3E}">
        <p14:creationId xmlns:p14="http://schemas.microsoft.com/office/powerpoint/2010/main" val="141501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2026-10-19T10:43:01.5320000Z</dcterms:created>
  <dcterms:modified xsi:type="dcterms:W3CDTF">2026-10-19T10:43:01.5320000Z</dcterms:modified>
</coreProperties>
</file>