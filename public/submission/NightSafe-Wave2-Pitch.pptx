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36859bcf24aef" /><Relationship Type="http://schemas.openxmlformats.org/officeDocument/2006/relationships/extended-properties" Target="/docProps/app.xml" Id="Rd88584fb18d44e64" /><Relationship Type="http://schemas.openxmlformats.org/officeDocument/2006/relationships/officeDocument" Target="/ppt/presentation.xml" Id="R48fc8e5e5547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d0eb8f38c4693"/>
  </p:sldMasterIdLst>
  <p:notesMasterIdLst>
    <p:notesMasterId xmlns:r="http://schemas.openxmlformats.org/officeDocument/2006/relationships" r:id="Rb963b99ac4e14d5d"/>
  </p:notesMasterIdLst>
  <p:sldIdLst>
    <p:sldId xmlns:r="http://schemas.openxmlformats.org/officeDocument/2006/relationships" id="256" r:id="Rf2e1578f2f59433a"/>
    <p:sldId xmlns:r="http://schemas.openxmlformats.org/officeDocument/2006/relationships" id="257" r:id="R5b1bda5120a84b39"/>
    <p:sldId xmlns:r="http://schemas.openxmlformats.org/officeDocument/2006/relationships" id="258" r:id="Ree3aff06e89840b1"/>
    <p:sldId xmlns:r="http://schemas.openxmlformats.org/officeDocument/2006/relationships" id="259" r:id="R349ab743d0e045d9"/>
    <p:sldId xmlns:r="http://schemas.openxmlformats.org/officeDocument/2006/relationships" id="260" r:id="R8ca380be730846e6"/>
    <p:sldId xmlns:r="http://schemas.openxmlformats.org/officeDocument/2006/relationships" id="261" r:id="Rb09e69f5043648b6"/>
    <p:sldId xmlns:r="http://schemas.openxmlformats.org/officeDocument/2006/relationships" id="262" r:id="R69d19c1d277f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02c5bb3f341b7" /><Relationship Type="http://schemas.openxmlformats.org/officeDocument/2006/relationships/slideMaster" Target="/ppt/slideMasters/slideMaster1.xml" Id="R619d0eb8f38c4693" /><Relationship Type="http://schemas.openxmlformats.org/officeDocument/2006/relationships/notesMaster" Target="/ppt/notesMasters/notesMaster1.xml" Id="Rb963b99ac4e14d5d" /><Relationship Type="http://schemas.openxmlformats.org/officeDocument/2006/relationships/presProps" Target="/ppt/presProps.xml" Id="Ra1d1f92766ce4cec" /><Relationship Type="http://schemas.openxmlformats.org/officeDocument/2006/relationships/tableStyles" Target="/ppt/tableStyles.xml" Id="Rbdeb8ec171c7443f" /><Relationship Type="http://schemas.openxmlformats.org/officeDocument/2006/relationships/slide" Target="/ppt/slides/slide1.xml" Id="Rf2e1578f2f59433a" /><Relationship Type="http://schemas.openxmlformats.org/officeDocument/2006/relationships/slide" Target="/ppt/slides/slide2.xml" Id="R5b1bda5120a84b39" /><Relationship Type="http://schemas.openxmlformats.org/officeDocument/2006/relationships/slide" Target="/ppt/slides/slide3.xml" Id="Ree3aff06e89840b1" /><Relationship Type="http://schemas.openxmlformats.org/officeDocument/2006/relationships/slide" Target="/ppt/slides/slide4.xml" Id="R349ab743d0e045d9" /><Relationship Type="http://schemas.openxmlformats.org/officeDocument/2006/relationships/slide" Target="/ppt/slides/slide5.xml" Id="R8ca380be730846e6" /><Relationship Type="http://schemas.openxmlformats.org/officeDocument/2006/relationships/slide" Target="/ppt/slides/slide6.xml" Id="Rb09e69f5043648b6" /><Relationship Type="http://schemas.openxmlformats.org/officeDocument/2006/relationships/slide" Target="/ppt/slides/slide7.xml" Id="R69d19c1d277f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92897073714a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7979344fd4ffb" /><Relationship Type="http://schemas.openxmlformats.org/officeDocument/2006/relationships/notesMaster" Target="/ppt/notesMasters/notesMaster1.xml" Id="R78cde1e3a5ef40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93a1955494a19" /><Relationship Type="http://schemas.openxmlformats.org/officeDocument/2006/relationships/notesMaster" Target="/ppt/notesMasters/notesMaster1.xml" Id="R29295fe09075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1eeed7fde40ec" /><Relationship Type="http://schemas.openxmlformats.org/officeDocument/2006/relationships/notesMaster" Target="/ppt/notesMasters/notesMaster1.xml" Id="Rf6a77618ef154a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545aeaaf14bcf" /><Relationship Type="http://schemas.openxmlformats.org/officeDocument/2006/relationships/notesMaster" Target="/ppt/notesMasters/notesMaster1.xml" Id="R777f4bbfc9be48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63f993b2f4adb" /><Relationship Type="http://schemas.openxmlformats.org/officeDocument/2006/relationships/notesMaster" Target="/ppt/notesMasters/notesMaster1.xml" Id="R2e194931eaba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f72034d404d49" /><Relationship Type="http://schemas.openxmlformats.org/officeDocument/2006/relationships/notesMaster" Target="/ppt/notesMasters/notesMaster1.xml" Id="Rcc56d9f3ac8f46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b2a3b83c0348ae" /><Relationship Type="http://schemas.openxmlformats.org/officeDocument/2006/relationships/notesMaster" Target="/ppt/notesMasters/notesMaster1.xml" Id="Rc874f3ca1c8846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implemented October 19, 2026. Existing August prototype is the baseline. Source: contracts/nightsafe.compact and docs/submission/SUBMISSION.md. Deployment/network status must be verified in 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PROPOSAL.md and docs/submission/SUBMISSION.md. No validated customer or revenue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contracts/nightsafe.compact. Signer secrets are separate from wallet seeds. Distinct keys do not prove distinct humans. Approvals and registered public keys are 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contracts/nightsafe.compact. Uses receiveUnshielded, unshieldedBalance and sendUnshielded. Local tests inspect exact recipient and amount effects. Live network settlement evidence is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contracts/nightsafe.compact, src/witnesses.ts, src/lib/treasury.ts. Do not claim hidden payment amounts or anonymous signers. Policy blinding nonce must remain secret.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 baseline e232902; tests/nightsafe.test.ts and tests/treasury.test.ts; src/App.tsx. Source: docs/submission/LOCAL_NETWORK_EVIDENCE.json. Real proofs and five transactions confirmed on a local Docker network. Units are native test-token base units. One operator controlled both signer files. Maintenance authority permanently locked. Public Preprod verification pending. TypeScript check and build passed. No Wave 1 entry. AKINDO live page showed a deadline of October 19 16:00 and active Wave 2 countdown on October 19: https://app.akindo.io/wave-hacks/jaMZjqPOBsLXvjdG. The static schedule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Exactly three signers and a fixed policy in V2. No recovery, cancellation or rotation yet. No adoption or revenue claims. Repository: https://github.com/Hexdee/nightsafe. Frontend: https://nightsafe.vercel.app. Verify V2 deployment status in docs/submission/VALIDATION.md.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ba91b883e4a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b0669aa6246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43dffa0594c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e53394b6f49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b8ca548c744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ad040dcc5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EE279E-6967-440D-9D2C-27BB61779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B427A4-B374-4D61-8EFF-3FE9227EEF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4269DC-0421-4EC4-AAFB-C96927D8C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49DBA7-F506-4B28-BDE1-977180FF6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F4C2A1-27AA-47E0-91FE-4661E78D0C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1449FF-35EF-48C8-AF37-3D73B3454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C3ED16-C60C-4213-BFF2-3A19F48FD1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FE70FE-3474-4B03-89C3-87B5426738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1889D2-3A36-4B70-B943-81C4D06A9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ECF9A-BC5A-4876-B4E8-319F36777C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cbaa1f0ccb419d" /><Relationship Type="http://schemas.openxmlformats.org/officeDocument/2006/relationships/slideLayout" Target="/ppt/slideLayouts/slideLayout1.xml" Id="Rf2204d7cfcd34067" /><Relationship Type="http://schemas.openxmlformats.org/officeDocument/2006/relationships/slideLayout" Target="/ppt/slideLayouts/slideLayout2.xml" Id="R55d05873156c4a72" /><Relationship Type="http://schemas.openxmlformats.org/officeDocument/2006/relationships/slideLayout" Target="/ppt/slideLayouts/slideLayout3.xml" Id="Rcf2843dbbbc24790" /><Relationship Type="http://schemas.openxmlformats.org/officeDocument/2006/relationships/slideLayout" Target="/ppt/slideLayouts/slideLayout4.xml" Id="R7365c1f1a4b2439d" /><Relationship Type="http://schemas.openxmlformats.org/officeDocument/2006/relationships/slideLayout" Target="/ppt/slideLayouts/slideLayout5.xml" Id="Re6b4d027909b487a" /><Relationship Type="http://schemas.openxmlformats.org/officeDocument/2006/relationships/slideLayout" Target="/ppt/slideLayouts/slideLayout6.xml" Id="R15958563ccb747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204d7cfcd34067"/>
    <p:sldLayoutId xmlns:r="http://schemas.openxmlformats.org/officeDocument/2006/relationships" id="2147483650" r:id="R55d05873156c4a72"/>
    <p:sldLayoutId xmlns:r="http://schemas.openxmlformats.org/officeDocument/2006/relationships" id="2147483651" r:id="Rcf2843dbbbc24790"/>
    <p:sldLayoutId xmlns:r="http://schemas.openxmlformats.org/officeDocument/2006/relationships" id="2147483652" r:id="R7365c1f1a4b2439d"/>
    <p:sldLayoutId xmlns:r="http://schemas.openxmlformats.org/officeDocument/2006/relationships" id="2147483653" r:id="Re6b4d027909b487a"/>
    <p:sldLayoutId xmlns:r="http://schemas.openxmlformats.org/officeDocument/2006/relationships" id="2147483654" r:id="R15958563ccb747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9a6398e814903" /><Relationship Type="http://schemas.openxmlformats.org/officeDocument/2006/relationships/image" Target="/ppt/media/image.png" Id="R258d368157e54da3" /><Relationship Type="http://schemas.openxmlformats.org/officeDocument/2006/relationships/notesSlide" Target="/ppt/notesSlides/notesSlide1.xml" Id="R7925b321c5c742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fc3da79854871" /><Relationship Type="http://schemas.openxmlformats.org/officeDocument/2006/relationships/notesSlide" Target="/ppt/notesSlides/notesSlide2.xml" Id="R7a4d9bf7ff09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438bf8bbf4fa3" /><Relationship Type="http://schemas.openxmlformats.org/officeDocument/2006/relationships/notesSlide" Target="/ppt/notesSlides/notesSlide3.xml" Id="R5630af15bbe94e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18792796341c5" /><Relationship Type="http://schemas.openxmlformats.org/officeDocument/2006/relationships/notesSlide" Target="/ppt/notesSlides/notesSlide4.xml" Id="R1b2f09e6e3e040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9023b02db48fe" /><Relationship Type="http://schemas.openxmlformats.org/officeDocument/2006/relationships/notesSlide" Target="/ppt/notesSlides/notesSlide5.xml" Id="R5c3811f287484a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19ca166da4c38" /><Relationship Type="http://schemas.openxmlformats.org/officeDocument/2006/relationships/notesSlide" Target="/ppt/notesSlides/notesSlide6.xml" Id="Red99d1c0b0bc4a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5b4ef4a1a4858" /><Relationship Type="http://schemas.openxmlformats.org/officeDocument/2006/relationships/notesSlide" Target="/ppt/notesSlides/notesSlide7.xml" Id="R4256ceca06c248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48E89-F086-4F8B-B854-34367C9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NightSafe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6EE4E-4FB3-4C08-9984-6F4F4175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Confidential treasury authorization</a:t>
            </a:r>
          </a:p>
          <a:p xmlns:a="http://schemas.openxmlformats.org/drawingml/2006/main">
            <a: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on Midnight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48F0E-98AF-4705-BDF3-25D337E6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Midnight Buildathon · Wave 2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ADAF5-ACD8-4BC4-ACAA-C0FBC8323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d368157e54da3"/>
          <a:stretch xmlns:a="http://schemas.openxmlformats.org/drawingml/2006/main"/>
        </p:blipFill>
        <p:spPr>
          <a:xfrm xmlns:a="http://schemas.openxmlformats.org/drawingml/2006/main">
            <a:off x="9144000" y="20955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74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83BA7-1622-4695-A0F2-1D249B0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Team payment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DBB6F-DDC3-459C-9FAF-032746A4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Teams need assurance that the agreed people approved the exact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3AE28-F4F0-4AA3-A473-E8CA5C91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NightSafe binds a fixed treasury policy to separate approvals from registered signer keys.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F4491-62A0-444B-BCDE-D5285D8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Initial users: small teams with recurring shared-budget decisions. Demand remains a hypothesis.</a:t>
            </a:r>
          </a:p>
        </p:txBody>
      </p:sp>
    </p:spTree>
    <p:extLst>
      <p:ext uri="{BB962C8B-B14F-4D97-AF65-F5344CB8AC3E}">
        <p14:creationId xmlns:p14="http://schemas.microsoft.com/office/powerpoint/2010/main" val="1787290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5AF7-7BF3-4334-BE3C-3F98717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Authenticated quorum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7EC96-122A-42B4-958A-4676151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Three distinct signer public keys register at deployment. The threshold stays behind a fixed commitment.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17A28-2ABD-49B3-B707-01416E59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Each approval proves control of a registered secret and attaches to one immutable proposal.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9BAC3-B0CB-4D4B-8766-C6EEB40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The contract rejects unauthorized keys, duplicate approvals and altered policy openings.</a:t>
            </a:r>
          </a:p>
        </p:txBody>
      </p:sp>
    </p:spTree>
    <p:extLst>
      <p:ext uri="{BB962C8B-B14F-4D97-AF65-F5344CB8AC3E}">
        <p14:creationId xmlns:p14="http://schemas.microsoft.com/office/powerpoint/2010/main" val="1299662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5170F-894F-46F2-AE07-BFF81BDE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One payment, one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A03F3-2F09-4436-A818-F8024FDA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Deposits place unshielded test tokens into contract custody.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D19F2-3357-4A3D-93F8-FEBE1F2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Quorum permits the exact stored recipient, token and amount to execute once.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FEE47-245F-45B7-BBC6-021DFC5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Consumed proposal IDs prevent another execution. Insufficient custody rejects the payout.</a:t>
            </a:r>
          </a:p>
        </p:txBody>
      </p:sp>
    </p:spTree>
    <p:extLst>
      <p:ext uri="{BB962C8B-B14F-4D97-AF65-F5344CB8AC3E}">
        <p14:creationId xmlns:p14="http://schemas.microsoft.com/office/powerpoint/2010/main" val="1599310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A61B9-D7C5-444F-B969-3D1F0599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The privacy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787AD-4603-4D2E-9D83-15CA03A8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Private witnesses hold signer secrets and the threshold opening.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B159E-771D-4EBE-A267-7AE4ADC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Registered keys, participation and payment details remain public. Counts reveal policy bounds.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7118D-028E-43A7-9FDF-8D0D60F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Notes use a hash with fresh random salt. The form does not store or encrypt the note.</a:t>
            </a:r>
          </a:p>
        </p:txBody>
      </p:sp>
    </p:spTree>
    <p:extLst>
      <p:ext uri="{BB962C8B-B14F-4D97-AF65-F5344CB8AC3E}">
        <p14:creationId xmlns:p14="http://schemas.microsoft.com/office/powerpoint/2010/main" val="1556078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82D1A-9900-4497-B809-6D9F724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Wave 2 progress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0D562-B27C-4EFC-94DF-BEEDE5BF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August baseline: a self-reported count check. October 19: registered-key approvals and custody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43399-0E71-440D-9341-79AD524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Four circuits compile with full proving assets. All 28 tests and the GitHub build checks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B68CA-9527-4E46-A06F-CC3E547E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Local network: two approvals and a payout confirmed. 100,000 base units paid; 900,000 retained.</a:t>
            </a:r>
          </a:p>
        </p:txBody>
      </p:sp>
    </p:spTree>
    <p:extLst>
      <p:ext uri="{BB962C8B-B14F-4D97-AF65-F5344CB8AC3E}">
        <p14:creationId xmlns:p14="http://schemas.microsoft.com/office/powerpoint/2010/main" val="318541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360E-4B03-452E-91FF-794A8F37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Next product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72D3D-90D2-4935-996E-76591D8B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Add quorum-controlled key rotation and recovery, with an independent security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27364-DCE5-4AAE-8964-B9701348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Run supervised trials with small teams and measure approval completion and setup friction.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4D319-E85C-4CDD-B22D-5580DD7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Paid administration or support is a business hypothesis. Current release is for test assets.</a:t>
            </a:r>
          </a:p>
        </p:txBody>
      </p:sp>
    </p:spTree>
    <p:extLst>
      <p:ext uri="{BB962C8B-B14F-4D97-AF65-F5344CB8AC3E}">
        <p14:creationId xmlns:p14="http://schemas.microsoft.com/office/powerpoint/2010/main" val="1454591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2026-10-19T12:17:56.8360000Z</dcterms:created>
  <dcterms:modified xsi:type="dcterms:W3CDTF">2026-10-19T12:17:56.8360000Z</dcterms:modified>
</coreProperties>
</file>